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54864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5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BeautyProof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51460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0">
                <a:solidFill>
                  <a:srgbClr val="E89AA8"/>
                </a:solidFill>
                <a:latin typeface="Microsoft YaHei"/>
                <a:ea typeface="Microsoft YaHei"/>
                <a:cs typeface="Microsoft YaHei"/>
              </a:rPr>
              <a:t>美妆内容信任守护师 · 多模态 AI 取证台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4290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欧莱雅第二届美妆科技黑客松 · 赛题 2「信任守护师」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2120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团队：BeautyProof Team（阮 / liying856 / AI 工程）  ·  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我们解决的问题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美妆，是 AI 伪造 / 篡改的重灾区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种草图、评论区、品牌素材里混着 PS 拼接、局部篡改、整图 AI 生成。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普通消费者看不出「这张口红试色，到底是拍的还是 AI 画的」。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品牌信任资产因此被悄悄侵蚀——赛题要我们「守护信任」。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通用检测模型在中文美妆域集体失效：AIRealNet 基本判反、capcheck 全判 human≈0.99。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2011680"/>
            <a:ext cx="4114800" cy="21945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43800" y="2011680"/>
            <a:ext cx="82296" cy="219456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2084832"/>
            <a:ext cx="3803904" cy="20482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痛点一句话：</a:t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美妆内容真假难辨，而且「通用检测」在我们这个领域根本不准。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BeautyProof 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一句话定位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面向美妆垂域的「多模态取证台」——一张图（或图文）进去，一份普通人看得懂的信任结论出来。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不是黑箱打分：8 件工具各出证据 → 规则引擎定四档 → 大模型翻译成人话。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纯 CPU 可跑、开源、可复现，已上线在线 Demo。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覆盖「被局部改过」与「整张 AI 画的」两类风险，互补不打架。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3200400"/>
            <a:ext cx="3977639" cy="15544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3200400"/>
            <a:ext cx="82296" cy="155448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8" y="3273552"/>
            <a:ext cx="3666743" cy="14081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定位 = 美妆界的「内容体检中心」</a:t>
            </a:r>
          </a:p>
          <a:p>
            <a:pPr algn="l">
              <a:lnSpc>
                <a:spcPct val="112000"/>
              </a:lnSpc>
            </a:pPr>
            <a:r>
              <a:rPr sz="16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每张图都能拿到一份带证据的体检报告。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赛题要的四件事，我们逐条交卷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任务验收口径 vs 实现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32120"/>
                <a:gridCol w="5532120"/>
              </a:tblGrid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赛题硬性要求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BeautyProof 实现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多模态检测（图 + 文并列）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工具证据链：看图 6 件 + 读字 2 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可解释判定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四段式人话报告 + LLM 解释层（过护栏）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智能体 Agent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planner 波次调度，每条决策留人话理由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数据集展示闭环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batch 评测：受控 100% / 真实误报 1.4% 实证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系统架构：证据链 → 规则 → 人话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一张图看懂全流程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34640"/>
            <a:ext cx="1993392" cy="1143000"/>
          </a:xfrm>
          <a:prstGeom prst="roundRect">
            <a:avLst/>
          </a:prstGeom>
          <a:solidFill>
            <a:srgbClr val="1E1E24"/>
          </a:solidFill>
          <a:ln w="15875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44368"/>
            <a:ext cx="1993392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图 / 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050792"/>
            <a:ext cx="1993392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图片或图文帖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05456" y="3218688"/>
            <a:ext cx="237744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52344" y="2834640"/>
            <a:ext cx="1993392" cy="1143000"/>
          </a:xfrm>
          <a:prstGeom prst="roundRect">
            <a:avLst/>
          </a:prstGeom>
          <a:solidFill>
            <a:srgbClr val="2A2A33"/>
          </a:solidFill>
          <a:ln w="15875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52344" y="2944368"/>
            <a:ext cx="1993392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 取证工具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2344" y="4050792"/>
            <a:ext cx="1993392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hash/c2pa/ela/</a:t>
            </a:r>
          </a:p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ocr/aigc/trufor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54880" y="3218688"/>
            <a:ext cx="237744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01768" y="2834640"/>
            <a:ext cx="1993392" cy="1143000"/>
          </a:xfrm>
          <a:prstGeom prst="roundRect">
            <a:avLst/>
          </a:prstGeom>
          <a:solidFill>
            <a:srgbClr val="1E1E24"/>
          </a:solidFill>
          <a:ln w="15875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1768" y="2944368"/>
            <a:ext cx="1993392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统一证据</a:t>
            </a:r>
          </a:p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格式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01768" y="4050792"/>
            <a:ext cx="1993392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{tool,observed,</a:t>
            </a:r>
          </a:p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cannot_prove,ev}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004304" y="3218688"/>
            <a:ext cx="237744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51192" y="2834640"/>
            <a:ext cx="1993392" cy="1143000"/>
          </a:xfrm>
          <a:prstGeom prst="roundRect">
            <a:avLst/>
          </a:prstGeom>
          <a:solidFill>
            <a:srgbClr val="2A2A33"/>
          </a:solidFill>
          <a:ln w="15875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51192" y="2944368"/>
            <a:ext cx="1993392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规则引擎</a:t>
            </a:r>
          </a:p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四档判定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1192" y="4050792"/>
            <a:ext cx="1993392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high/suspicious/</a:t>
            </a:r>
          </a:p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credible/inconclusive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253728" y="3218688"/>
            <a:ext cx="237744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500616" y="2834640"/>
            <a:ext cx="1993392" cy="1143000"/>
          </a:xfrm>
          <a:prstGeom prst="roundRect">
            <a:avLst/>
          </a:prstGeom>
          <a:solidFill>
            <a:srgbClr val="1E1E24"/>
          </a:solidFill>
          <a:ln w="15875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0616" y="2944368"/>
            <a:ext cx="1993392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人话报告</a:t>
            </a:r>
          </a:p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(+LLM/圆桌)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0616" y="4050792"/>
            <a:ext cx="1993392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普通人看得懂</a:t>
            </a:r>
          </a:p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的信任结论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29200"/>
            <a:ext cx="11155680" cy="10972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2920" y="5029200"/>
            <a:ext cx="82296" cy="109728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5102352"/>
            <a:ext cx="10844784" cy="9509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关键设计：所有工具共享同一套证据格式 → 可组合、可审计；规则引擎是「法官」，LLM 只是「翻译官」（绝不下结论）。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八工具证据链（统一证据格式）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看图 6 件 + 读字 2 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hash — 图片指纹（是否被复制搬运）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c2pa — 出生证（是否带可信出处元数据）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ela — 篡改噪点（局部是否被PS）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ocr — 抄字（图上文字提取）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aigc — 整图 AI·本域微调（是否 AI 生成）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trufor — 局部篡改定位热力图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text — 文案分析（宣称是否夸张/违规）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crossmodal — 图文是否对得上（跨模态交叉）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统一格式 {tool, observed, cannot_prove, evidence[]}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4114800"/>
            <a:ext cx="5212080" cy="164592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0" y="4114800"/>
            <a:ext cx="82296" cy="164592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4187952"/>
            <a:ext cx="4901184" cy="14996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互补口径：TruFor 管「被局部改过」，AIGC 管「整张 AI 画的」——</a:t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两者互补，不是替代（R5 规则专门处理）。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可解释 Agent：planner 是灵魂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直接命中赛题「可解释 + Agent」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6858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波次调度：快检(哈希/c2pa) → 中检(ela/ocr) → 深检(aigc/trufor)。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R1–R5 跳过规则：如 PNG 跳过 ELA、已知原图跳过重复查——每条跳过都写「人话理由」。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A1–A3 后置动作：命中后自动补查，不留死角。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决策可审计：评委能看清「下一步查什么、为什么查」。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2011680"/>
            <a:ext cx="4069080" cy="23774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0" y="2011680"/>
            <a:ext cx="82296" cy="23774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2084832"/>
            <a:ext cx="3758184" cy="22311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Agent 不是装饰：</a:t>
            </a:r>
          </a:p>
          <a:p>
            <a:pPr algn="l">
              <a:lnSpc>
                <a:spcPct val="112000"/>
              </a:lnSpc>
            </a:pPr>
            <a:r>
              <a:rPr sz="16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它决定「下一步查什么」，并解释「为什么这么查」——这正是赛题「可解释」的题眼。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本域微调：把「不准」变成「准」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翻车 → 修复（评委最爱看的对比）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发生了什么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结果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起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通用 AIGC 检测器在中文美妆域失效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真实精修图 66% 误判为 AI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承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74 张真实精修图 + 20 张即梦图本域微调 MobileNetV3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训练集内饱和到 0/1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转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重训 v2 + 置信度校准 + 弃权阈值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真实误报 66.2% → 1.4%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召回保持 100%（即梦域），v1 留作兜底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「针对美妆定制」的硬证据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5349240"/>
            <a:ext cx="11064240" cy="868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5349240"/>
            <a:ext cx="82296" cy="86868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422392"/>
            <a:ext cx="10753344" cy="7223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一句话：别人用通用模型，我们为美妆重训了一把——这就是「场景定制」的差异化杀招。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双保险：多 Agent 圆桌 + LLM 解释层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方案 B + 方案 C 都已落地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6949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方案 C · LLM 解释层：本地 Ollama + Qwen3-VL-4B 生成「人话解读」，接入 pipeline --llm。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方案 B · 多 Agent 圆桌：ImageAgent / TextAgent / SourceAgent 结构化交叉复核 + JudgeAgent 共识。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护栏 validator 六道关：解释层只翻译、绝不自己下结论；越界措辞一律拦截。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两者均可选接入，不拖累核心流水线，失败优雅降级。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2011680"/>
            <a:ext cx="3977639" cy="201168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0" y="2011680"/>
            <a:ext cx="82296" cy="201168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82128" y="2084832"/>
            <a:ext cx="3666743" cy="18653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 = 翻译官</a:t>
            </a:r>
          </a:p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规则引擎 = 法官</a:t>
            </a:r>
          </a:p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分数非法律结论，高风险必人工复核。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数据集闭环 &amp; 实测结果（诚实版）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敢把短板写进报告，才是可信度来源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32120"/>
                <a:gridCol w="5532120"/>
              </a:tblGrid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评测指标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实测数值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受控评测集（35 张）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 正确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真实美妆图误报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66.2% → 1.4%（v2 重训后）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召回（即梦域）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跨生成器 held-out 召回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25% → 100%（v3 已校准；ImageGen 风格，MJ/SD 内核待验证）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弃权率（置信度校准）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合规与开源（资格前提已消除）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原创性 / IP / 数据红线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仓库已转 public —— 评委 / 举办方可见，满足「被评审 / 被开源」前提。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Apache-2.0 LICENSE + NOTICE：声明 TruFor(CVPR2023) / PyTorch / timm / PaddleOCR / Qwen3-VL 等第三方许可与归属。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数据红线：训练 / 评测 = 自产（ImageGen）+ 用户压缩包，未抓任何第三方平台图；GenImage 仅离线参考、不入仓。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模型权重：TruFor / AIGC 权重走现场脚本下载，不塞仓库（GitHub 单文件 100MB 上限）。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对齐 Brandstorm 官方 5+5 评审准则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L'Oréal 评委最终打分口径（共 50 分）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1138428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BeautyProof 对应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自评</a:t>
                      </a:r>
                    </a:p>
                  </a:txBody>
                  <a:tcPr marL="73152" marR="73152" marT="36576" marB="36576" anchor="ctr">
                    <a:solidFill>
                      <a:srgbClr val="121216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项目·INNOVATIVE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前人未有的方案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首个美妆垂域取证台 + b+c 混合架构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项目·SUSTAINABLE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长期责任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全开源、可复现、数据集闭环可持续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项目·INCLUSIVE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不排斥群体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保护易被误导的消费者；多形态零门槛演示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项目·FEASIBLE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现实可落地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纯 CPU 可跑、线上 Demo HTTP 200、三形态交付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项目·SCALABLE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大规模可行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API/Web/闭环骨架具备；跨生成器待 v3 校准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3–4/5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团队·JUDGMENT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复杂决策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planner R1–R5 + 误报危机果断重训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团队·RESILIENCE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克服困难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66%→1.4%；SSH 失效改 HTTPS 绕通；补 LICENSE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团队·AMBITION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愿景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美妆信任基础设施，而非一次性 detector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团队·EMPATHY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团队支持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跨角色协作（owner/AI/队友）；待口述补实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3–4/5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团队·LEARNING AGILITY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学陌生领域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零技术背景 → 主导完整取证系统；快速试错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73152" marR="73152" marT="36576" marB="36576" anchor="ctr">
                    <a:solidFill>
                      <a:srgbClr val="F4F1EC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预计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≈43–47/50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6355080"/>
            <a:ext cx="11338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注：天池技术赛道「多模态/可解释/Agent/数据集闭环」四项全中；5+5 是 L'Oréal 评委最终打分口径，答辩须双轨覆盖。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团队：从零基础到完整系统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5+5 里最该讲透的「团队维度」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LEARNING AGILITY：owner 为准大一零技术背景，从 CV/ML/Agent 零基础主导整套取证系统；快速试错（通用模型失效 → 本域微调）。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RESILIENCE：误报危机果断重训；SSH 推送通道被代理劫持 → 改 HTTPS+token 绕通；TruFor 许可证灰区 → 补 LICENSE/NOTICE。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JUDGMENT：planner 的 R1–R5 是「复杂局面下怎么查」的工程化判断，每条留人话理由。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协作：owner 定业务方向，AI 工程执行，队友 liying856 协助——角色互补。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486400"/>
            <a:ext cx="11064240" cy="86868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5486400"/>
            <a:ext cx="82296" cy="86868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559552"/>
            <a:ext cx="10753344" cy="7223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我们不讳言起点低——但 8 周把「看不懂」变成了「能拿去答辩」。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我们诚实声明的边界 &amp; 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11556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不回避短板，才有可信度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6949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边界：跨生成器已校准至 held-out 100%（ImageGen 风格），MJ/SD/Flux 内核仍待验证；AIGC 整图判定在重度滤镜真图上需谨慎。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分数非法律结论，高风险必人工复核。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下一步：① v3 跨生成器重训拉起召回；② 置信度校准 + 弃权阈值完善；③ 数据集扩到 200+ 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2011680"/>
            <a:ext cx="4069080" cy="23774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0" y="2011680"/>
            <a:ext cx="82296" cy="23774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2084832"/>
            <a:ext cx="3758184" cy="22311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答辩主张：</a:t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TruFor 篡改定位（鲁棒）+ 图文交叉验证 是主防线；</a:t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整图 AI 判定主动说「校准中 + 高风险人工复核」。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3108960"/>
            <a:ext cx="12191695" cy="54864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让每一张美妆图，都经得起追问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38328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E89AA8"/>
                </a:solidFill>
                <a:latin typeface="Microsoft YaHei"/>
                <a:ea typeface="Microsoft YaHei"/>
                <a:cs typeface="Microsoft YaHei"/>
              </a:rPr>
              <a:t>BeautyProof — 美妆内容信任守护师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93776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谢谢 · 欢迎评委实测我们的在线 Demo（https://beautyproof-demo.app.workbuddy.host/）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