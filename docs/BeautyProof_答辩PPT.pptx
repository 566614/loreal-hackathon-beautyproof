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290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我们解决的问题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美妆，是 AI 伪造 / 篡改的重灾区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种草图、评论区、品牌素材里混着 PS 拼接、局部篡改、整图 AI 生成。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普通消费者看不出「这张口红试色，到底是拍的还是 AI 画的」。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品牌信任资产因此被悄悄侵蚀——赛题要我们「守护信任」。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通用检测模型在中文美妆域集体失效：AIRealNet 基本判反、capcheck 全判 human≈0.99。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011680"/>
            <a:ext cx="4114800" cy="2194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43800" y="2011680"/>
            <a:ext cx="82296" cy="219456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2084832"/>
            <a:ext cx="3803904" cy="2048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痛点一句话：</a:t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美妆内容真假难辨，而且「通用检测」在我们这个领域根本不准。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BeautyProof 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面向美妆垂域的「多模态取证台」——一张图（或图文）进去，一份普通人看得懂的信任结论出来。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不是黑箱打分：8 件工具各出证据 → 规则引擎定四档 → 大模型翻译成人话。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可跑、开源、可复现，已上线在线 Demo。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覆盖「被局部改过」与「整张 AI 画的」两类风险，互补不打架。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3200400"/>
            <a:ext cx="3977639" cy="15544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3200400"/>
            <a:ext cx="82296" cy="15544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3273552"/>
            <a:ext cx="3666743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每张图都能拿到一份带证据的体检报告。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任务验收口径 vs 实现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32120"/>
                <a:gridCol w="5532120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多模态检测（图 + 文并列）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工具证据链：看图 6 件 + 读字 2 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可解释判定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LLM 解释层（过护栏）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智能体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波次调度，每条决策留人话理由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数据集展示闭环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batch 评测：受控 100% / 真实误报 1.4% 实证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图片或图文帖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05456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52344" y="2834640"/>
            <a:ext cx="1993392" cy="1143000"/>
          </a:xfrm>
          <a:prstGeom prst="roundRect">
            <a:avLst/>
          </a:prstGeom>
          <a:solidFill>
            <a:srgbClr val="2A2A33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2344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hash/c2pa/ela/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ocr/aigc/trufor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54880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01768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1768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{tool,observed,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cannot_prove,ev}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04304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51192" y="2834640"/>
            <a:ext cx="1993392" cy="1143000"/>
          </a:xfrm>
          <a:prstGeom prst="roundRect">
            <a:avLst/>
          </a:prstGeom>
          <a:solidFill>
            <a:srgbClr val="2A2A33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high/suspicious/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credible/inconclusive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53728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00616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0616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(+LLM/圆桌)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0616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普通人看得懂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的信任结论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55680" cy="10972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82296" cy="10972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5102352"/>
            <a:ext cx="10844784" cy="9509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可组合、可审计；规则引擎是「法官」，LLM 只是「翻译官」（绝不下结论）。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八工具证据链（统一证据格式）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看图 6 件 + 读字 2 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hash — 图片指纹（是否被复制搬运）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c2pa — 出生证（是否带可信出处元数据）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ela — 篡改噪点（局部是否被PS）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ocr — 抄字（图上文字提取）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aigc — 整图 AI·本域微调（是否 AI 生成）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trufor — 局部篡改定位热力图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text — 文案分析（宣称是否夸张/违规）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crossmodal — 图文是否对得上（跨模态交叉）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统一格式 {tool, observed, cannot_prove, evidence[]}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114800"/>
            <a:ext cx="5212080" cy="16459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4114800"/>
            <a:ext cx="82296" cy="16459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4187952"/>
            <a:ext cx="4901184" cy="14996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互补口径：TruFor 管「被局部改过」，AIGC 管「整张 AI 画的」——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两者互补，不是替代（R5 规则专门处理）。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可解释 Agent：planner 是灵魂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直接命中赛题「可解释 + Agent」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波次调度：快检(哈希/c2pa) → 中检(ela/ocr) → 深检(aigc/trufor)。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R1–R5 跳过规则：如 PNG 跳过 ELA、已知原图跳过重复查——每条跳过都写「人话理由」。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A1–A3 后置动作：命中后自动补查，不留死角。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决策可审计：评委能看清「下一步查什么、为什么查」。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011680"/>
            <a:ext cx="4069080" cy="2377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0" y="2011680"/>
            <a:ext cx="82296" cy="2377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2084832"/>
            <a:ext cx="3758184" cy="2231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Agent 不是装饰：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它决定「下一步查什么」，并解释「为什么这么查」——这正是赛题「可解释」的题眼。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翻车 → 修复（评委最爱看的对比）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 AIGC 检测器在中文美妆域失效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真实精修图 66% 误判为 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承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 张真实精修图 + 20 张即梦图本域微调 MobileNetV3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训练集内饱和到 0/1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重训 v2 + 置信度校准 + 弃权阈值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66.2% → 1.4%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召回保持 100%（即梦域），v1 留作兜底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「针对美妆定制」的硬证据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49240"/>
            <a:ext cx="11064240" cy="868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349240"/>
            <a:ext cx="82296" cy="8686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422392"/>
            <a:ext cx="10753344" cy="722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一句话：别人用通用模型，我们为美妆重训了一把——这就是「场景定制」的差异化杀招。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双保险：多 Agent 圆桌 + LLM 解释层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方案 B + 方案 C 都已落地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949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方案 C · LLM 解释层：本地 Ollama + Qwen3-VL-4B 生成「人话解读」，接入 pipeline --llm。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方案 B · 多 Agent 圆桌：ImageAgent / TextAgent / SourceAgent 结构化交叉复核 + JudgeAgent 共识。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护栏 validator 六道关：解释层只翻译、绝不自己下结论；越界措辞一律拦截。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两者均可选接入，不拖累核心流水线，失败优雅降级。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2011680"/>
            <a:ext cx="3977639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0" y="201168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2084832"/>
            <a:ext cx="3666743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 = 翻译官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 = 法官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分数非法律结论，高风险必人工复核。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数据集闭环 &amp; 实测结果（诚实版）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敢把短板写进报告，才是可信度来源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32120"/>
                <a:gridCol w="55321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评测指标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实测数值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受控评测集（35 张）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 正确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真实美妆图误报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66.2% → 1.4%（v2 重训后）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召回（即梦域）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跨生成器召回（MJ/SD/Flux）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25%（诚实标注，v3 在补）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弃权率（置信度校准）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合规与开源（资格前提已消除）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原创性 / IP / 数据红线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仓库已转 public —— 评委 / 举办方可见，满足「被评审 / 被开源」前提。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Apache-2.0 LICENSE + NOTICE：声明 TruFor(CVPR2023) / PyTorch / timm / PaddleOCR / Qwen3-VL 等第三方许可与归属。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数据红线：训练 / 评测 = 自产（ImageGen）+ 用户压缩包，未抓任何第三方平台图；GenImage 仅离线参考、不入仓。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模型权重：TruFor / AIGC 权重走现场脚本下载，不塞仓库（GitHub 单文件 100MB 上限）。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Brandstorm 官方 5+5 评审准则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L'Oréal 评委最终打分口径（共 50 分）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8428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对应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前人未有的方案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首个美妆垂域取证台 + b+c 混合架构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长期责任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全开源、可复现、数据集闭环可持续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不排斥群体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保护易被误导的消费者；多形态零门槛演示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现实可落地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HTTP 200、三形态交付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大规模可行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API/Web/闭环骨架具备；跨生成器待 v3 校准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复杂决策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R1–R5 + 误报危机果断重训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克服困难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66%→1.4%；SSH 失效改 HTTPS 绕通；补 LICENSE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愿景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团队支持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跨角色协作（owner/AI/队友）；待口述补实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学陌生领域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零技术背景 → 主导完整取证系统；快速试错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≈43–47/50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355080"/>
            <a:ext cx="11338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注：天池技术赛道「多模态/可解释/Agent/数据集闭环」四项全中；5+5 是 L'Oréal 评委最终打分口径，答辩须双轨覆盖。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为准大一零技术背景，从 CV/ML/Agent 零基础主导整套取证系统；快速试错（通用模型失效 → 本域微调）。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RESILIENCE：误报危机果断重训；SSH 推送通道被代理劫持 → 改 HTTPS+token 绕通；TruFor 许可证灰区 → 补 LICENSE/NOTICE。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是「复杂局面下怎么查」的工程化判断，每条留人话理由。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协作：owner 定业务方向，AI 工程执行，队友 liying856 协助——角色互补。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486400"/>
            <a:ext cx="82296" cy="868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559552"/>
            <a:ext cx="10753344" cy="722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我们不讳言起点低——但 8 周把「看不懂」变成了「能拿去答辩」。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我们诚实声明的边界 &amp;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不回避短板，才有可信度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边界：跨生成器（非即梦）召回仅 25%；AIGC 整图判定在重度滤镜真图上需谨慎。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分数非法律结论，高风险必人工复核。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下一步：① v3 跨生成器重训拉起召回；② 置信度校准 + 弃权阈值完善；③ 数据集扩到 200+ 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011680"/>
            <a:ext cx="4069080" cy="2377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0" y="2011680"/>
            <a:ext cx="82296" cy="2377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2084832"/>
            <a:ext cx="3758184" cy="2231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答辩主张：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TruFor 篡改定位（鲁棒）+ 图文交叉验证 是主防线；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整图 AI 判定主动说「校准中 + 高风险人工复核」。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 美妆内容信任守护师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9377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谢谢 · 欢迎评委实测我们的在线 Demo（https://beautyproof-demo.app.workbuddy.host/）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