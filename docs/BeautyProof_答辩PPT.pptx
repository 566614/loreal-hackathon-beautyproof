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8 件工具 · 三条独立证据轴 · 双检测器级联 94.7% / 自动下架误伤 0 · 108 项测试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不是黑箱打分：8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件工具：看图 5 件（hash/c2pa/ela/spectral/trufor/aigc）+ 读字 2 件（ocr/text）+ 跨模态 1 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八件工具，分三条轴——不是堆料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8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8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149193"/>
                <a:gridCol w="2474366"/>
                <a:gridCol w="3149193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82296" cy="13716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17550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212080"/>
            <a:ext cx="5532120" cy="13716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212080"/>
            <a:ext cx="82296" cy="13716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285232"/>
            <a:ext cx="522122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但对 12 张全新风格 ImageGen 直出图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只有 66.7%。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此类风格默认转人工复核。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项为官方一手口径。评委问「哪个数是你编的」，我们答得出来。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月）：品牌内审插件 / 私有化 API —— Web 取证台 + Flask API 已就绪，纯 CPU 可跑。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108 项 pytest 全过（含 41 项本轮新增回归）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 66.7%、真实标注集缺失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零基础 owner 主导完整系统；角色互补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 CV/ML/Agent 零基础到完整取证系统，快速试错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为准大一、自述零技术背景，从 CV / ML / Agent 零基础主导整套取证系统，含模型训练、评测协议、答辩叙事全流程。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EMPATHY（当前最弱）：owner 定业务与叙事方向，AI 工程执行，队友 liying856 协助；缺的是「团队协作过程留痕」与真人用户验证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 —— 但 8 周把「看不懂」变成了「能拿去答辩」，并且把每一次翻车都写进了可复现的记录里。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108 项测试 · 全开源可复现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