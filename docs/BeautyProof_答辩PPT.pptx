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91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886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C8A24B"/>
                </a:solidFill>
                <a:latin typeface="Microsoft YaHei"/>
                <a:ea typeface="Microsoft YaHei"/>
                <a:cs typeface="Microsoft YaHei"/>
              </a:rPr>
              <a:t>9 件工具 · 三条独立证据轴 · 双检测器级联 94.7% / 自动下架误伤 0 · 139 项测试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2578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三秒看懂 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 + 交付形态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面向美妆垂域的「多模态取证台」——一张图（或一段评论、一次跨平台比对）进去，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一份普通人看得懂、法务能引用、平台可执行的信任结论出来。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不是黑箱打分：9 件工具各出独立证据 → 规则引擎定四档 → 解释层翻译成人话。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三条证据轴：生成轴（AIGC×频域）/ 篡改轴（ELA×TruFor）/ 内容溯源轴（OCR×文案×图文×跨平台）。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可跑、开源可复现、训练数据 100% 团队自产；已上线在线 Demo。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148840"/>
            <a:ext cx="3977639" cy="14173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148840"/>
            <a:ext cx="82296" cy="14173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2221992"/>
            <a:ext cx="3666743" cy="12710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每张图都拿得到一份带证据的体检报告。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749039"/>
            <a:ext cx="3977639" cy="16002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0" y="3749039"/>
            <a:ext cx="82296" cy="16002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3822191"/>
            <a:ext cx="3666743" cy="1453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三条交付形态：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Web 取证台 ② CLI/API 流水线 ③ PDF/MD 可审计报告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为什么这件事值得做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数据口径见 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79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4908"/>
                <a:gridCol w="4908499"/>
                <a:gridCol w="4462272"/>
              </a:tblGrid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受害方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痛点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可引用的规模数字（2025 全年口径）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看不出真假的「完美脸」诱导下单 → 花冤枉钱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用户怀疑小红书笔记真实性的比例 45%（2023）→ 78%（2025）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信任资产被虚假种草 / 仿冒素材悄悄侵蚀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全渠道交易额 11042.45 亿元/年（同比 +2.83%）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 / 监管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虚假种草治理靠人肉，投诉才处理，滞后且不可逆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营销盘子约 5521 亿元/年（营销费用率中位 50%，五家上市公司年报实测）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1772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更扎心的行业事实：现成通用 AI 检测模型在中文美妆域集体失效——真实精修美妆图被误判为 AI 的比例 66.2%。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通用检测失灵，正是 BeautyProof 的差异化空间。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617720"/>
            <a:ext cx="3886200" cy="15544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0" y="4617720"/>
            <a:ext cx="82296" cy="155448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690872"/>
            <a:ext cx="3575304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风险敞口（单案）：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5000 元 – 200 万元（单案），典型区间 20 万-100 万元；情节严重 100 万-200 万元 + 可吊销营业执照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（情节严重 100 万~200 万 + 可吊销营业执照）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天池 532496 · 硬任务对照表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36722"/>
                <a:gridCol w="5960973"/>
                <a:gridCol w="2249424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证据文件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多模态检测方案（图+文并列）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件工具：像素与频域 4 件（hash/c2pa/ela/spectral）+ 生成检测 1 件（aigc 本域微调）+ 篡改定位 1 件（trufor）+ 读字 2 件（ocr / ai_label 可见AI标识）+ 文案与图文交叉 1 件（text/crossmodal）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tools/pipeline.py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可解释判定依据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法条出处 + 处罚区间 + 每条工具写明「不能证明什么」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tools/rule_engine.py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构建 Agent（识别→预警→建议）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 + ACTION_PLAYBOOK 四档处置 + 决策留痕（decision_trace）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tools/planner.py / rule_engine.py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 数据集展示完整闭环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合成集 + 冻结池 + 工具消融 + 级联评测 + 三场景评测，共 5 份可复现 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results/*.json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85216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85216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官方三个场景全覆盖：种草内容核验 / 评论区真实性核验 / AI 视觉素材鉴伪 —— 见第 7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 / 评论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/ 图文帖 / 评论区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59736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8336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 件取证工具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hash·c2pa·spectral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ela·ocr·aigc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trufor·text·crossmodal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90872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19472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 observed,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 evidence[]}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22008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0608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0608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 / suspicious /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 / 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53144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1744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+可审计留痕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结论·依据·说不清·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建议（四段式）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20640"/>
            <a:ext cx="11247120" cy="9144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82296" cy="9144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93792"/>
            <a:ext cx="10936224" cy="7680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可组合、可审计；规则引擎是「法官」，大模型只是「翻译官」，绝不下结论、越界措辞被 validator 拦截。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九件工具，分三条轴——不是堆料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核心架构论点（本轮升级重点）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148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生成轴 · AIGC × 频域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aigc：本域微调 MobileNetV3（17MB）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spectral：FFT 高频能量 / 谱平坦度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方位角异常 / 残差峰度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管「整张就是 AI 画的」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失效：对局部 PS 篡改 0 反应（0.15 / 0.000）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篡改轴 · ELA + TruFor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ela：压缩噪声块差异（降级为局部编辑定位器）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trufor：CVPR 2023 篡改定位热力图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管「图被局部改过」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失效：对整图 AI 生成无反应（0.350~0.411）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内容 / 溯源轴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 抄字 · text 文案合规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crossmodal 图文交叉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 跨平台水印 / 品类 / 矩阵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管「话和图对得上吗、人从哪来」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1071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生成器无关，最稳兜底防线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297680"/>
          <a:ext cx="11247118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6952"/>
                <a:gridCol w="1237183"/>
                <a:gridCol w="1237183"/>
                <a:gridCol w="1237183"/>
                <a:gridCol w="1237183"/>
                <a:gridCol w="416143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受控样本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ELA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频域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AIGC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TruFor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谁在管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复制粘贴篡改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拼接篡改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4.336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改文字篡改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416052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16052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3367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左右两轴对彼此的失效场景完全沉默——这是取舍的结果，不是巧合。当作「我用了 9 个工具」讲，评委只会记成工具堆料；当作「三条轴互相补位」讲，才是架构贡献。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1 · 双检测器级联：捕获 +5.3pt，误伤不变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技术创新点（可复现）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为什么做：本域微调的 AIGC 模型弱在「跨生成器 / 换风格就掉」；频域弱在「重压、强锐化的真实图会误报」。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两条线的失效模式不同 —— 用一条的长处补另一条的短处。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判罚规则（与项目灰带设计一脉相承）：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自动下架 = AIGC ≥ 0.99 或（AIGC ≥ 0.9 且 频域 ≥ 0.8）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转人工 = AIGC ≥ 0.9 或 频域 ≥ 0.6 或（AIGC 弃权但频域强）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级联在「转人工」这一档额外捞回 2 张，且自动下架误伤一张没多。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965960"/>
          <a:ext cx="49377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捕获率（≥可疑）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自动下架误伤（20 张真实图）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 AIGC 模型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只用频域工具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两级联（生产配置）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36/38 = 94.7%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343400"/>
            <a:ext cx="4937760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34340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416552"/>
            <a:ext cx="4626864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频域工具单独在冻结 TEST 段：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AUC = 0.97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召回 85%，真实图误报 0/10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（阈值 0.8 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tools/spectral_calib.py --refit &amp;&amp; python tools/cascade_eval.py → results/cascade_eval.json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2 · 工具消融表：证明「编排」本身是贡献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方法严谨性（对标 ForenAgent arXiv 2512.16300）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2924251"/>
                <a:gridCol w="1462125"/>
                <a:gridCol w="1349654"/>
                <a:gridCol w="1462125"/>
                <a:gridCol w="3261664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真实误伤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仅文件指纹 + 内容凭证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0/38 = 0.0%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只能证明「不是我拍的」，证明不了「是假的」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+ELA（加入篡改轴）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35/38 = 92.1%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篡改轴一进来，覆盖立刻起来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+AIGC 模型（单条生成轴）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37/38 = 97.4%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已敢动手，但单条证据风险高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T3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+频域（两条生成轴合并＝级联）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38/38 = 100%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两条一致才动手 → 敢提自动下架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74920"/>
            <a:ext cx="5486400" cy="1234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" cy="1234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48072"/>
            <a:ext cx="517550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每层严格包含上一层（真嵌套）。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只堆工具到 T2 就到顶了；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把两条轴合起来才到 100%。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074920"/>
            <a:ext cx="5532120" cy="12344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074920"/>
            <a:ext cx="82296" cy="12344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148072"/>
            <a:ext cx="522122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横向互补（第 6 页表 B）证明：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三条轴各自失效、互相补位。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这就是「编排 ≠ 堆料」的量化答案。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tools/ablation_eval.py → results/ablation_eval.json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三个官方场景全覆盖 + 官方点名加分项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功能完整性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2860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种草内容核验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9 工具图文流水线 + 合规法条引擎。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6 段真实种草文案实测：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1 段命中违禁宣称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4 段需核对特妆注册证 / 1 段干净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tools/content_check.py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评论区真实性核验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 项特征：完全重复率 / 近似重复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短评率 / 无细节率 / 好评一致度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模板集中度 / 爆发性 / 跨帖重复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+ 虚假种草账号画像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 组合成案例方向命中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AI 视觉素材鉴伪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频域 + AIGC 双检测器级联。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冻结池 38 张 AI / 20 张真实：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捕获 94.7%、自动下架误伤 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4787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tools/pipeline.py + spectral_tool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1780"/>
                <a:gridCol w="1687068"/>
                <a:gridCol w="674827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官方点名加分项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分级风险策略（已实现）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四档 + 三条独立证据轴，双证据一致才自动下架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矩阵级异常模式识别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 跨帖重复率 + trace_tool.trace_matrix（一人多号）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跨平台跨内容比对与溯源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tools/trace_tool.py：水印账号 vs 来源声称 / 品类一致性 / 矩阵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虚假种草账号画像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comment_check.analyze_account（文案复用率 + 发布规律性）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场景② 展开：评论区真实性怎么判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八项特征 + 账号画像 + 跨帖矩阵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完全重复率：一模一样的评论占比（水军最直接的信号）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近似重复率：3-gram Jaccard ≥ 0.8 视为同模板改写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短评率 / 无细节率：真实用户会写「油皮、T 区、两周一瓶」，水军只写「好用！」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好评一致度：清一色正面 = 异常；真实评论区一定有分歧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模板集中度：同一句式出现在多条不同账号下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爆发性：发布时间间隔的变异系数反向（均匀卡点 = 脚本）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跨帖重复：同一文案出现在多个帖子（矩阵级异常）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账号画像：文案复用率 + 发布规律性 → 虚假种草账号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20840" y="1828800"/>
          <a:ext cx="498347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052"/>
                <a:gridCol w="996696"/>
                <a:gridCol w="1096365"/>
                <a:gridCol w="109636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cc_01 刷屏 + 卡点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cc_02 刷屏 + 近似重复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0.8497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cc_03 跨帖重复（矩阵）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cc_04 自然长评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0.1652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cc_05 自然短评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cc_06 评论数太少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—（主动弃权）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20840" y="5257800"/>
            <a:ext cx="498348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0840" y="5257800"/>
            <a:ext cx="82296" cy="128016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8" y="5330952"/>
            <a:ext cx="4672584" cy="11338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这组是团队自建合成集。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6/6 只证明「设定的两种模式能被区分」，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场景①③ 展开：跨平台溯源怎么查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水印账号 vs 来源声称 / 品类一致性 / 一人多号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图上水印账号 vs 文案声称的来源：声称「本人实拍」，图上水印却是另一个账号 → 高危。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品类一致性：文案讲的是精华，图上出现的是面膜／粉底液容器 → 图文交叉失败。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跨内容矩阵：同一水印账号的数个图，在多个帖子里重复出现 → 矩阵级异常（官方点名加分项）。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「品牌名出现在图上」不算证据（首版 5/10 全判错）—— 已删除该判据，改用品类一致性为主。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所有结论落到 trace_matrix()，一条决策链可直接上会、可复核。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828800"/>
          <a:ext cx="493775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8838"/>
                <a:gridCol w="987552"/>
                <a:gridCol w="1036929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tr_01 水印 vs 官方账号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水印账号 ≠ 声称来源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tr_02 品牌只出现在图上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不谎报（首版误判已修）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tr_03 自家内容自洽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品类一致、来源明确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tr_04 无水印无声称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主动说「无法溯源」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tr_05 同水印多图混发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跨内容矩阵命中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800600"/>
            <a:ext cx="4937760" cy="16916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800600"/>
            <a:ext cx="82296" cy="169164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873752"/>
            <a:ext cx="4626864" cy="1545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同样为团队自建合成集，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方向命中 5/5。真实跨平台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标注集仍缺失，已列入待补清单。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4 · 合规法条引擎：违第几条 + 罚多少钱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落地与行业价值（最易讲清也最易被忽略的一维）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4366"/>
                <a:gridCol w="3149193"/>
                <a:gridCol w="2474366"/>
                <a:gridCol w="3149193"/>
              </a:tblGrid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处罚区间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真实案例（公开可核验）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16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功效宣称须有充分科学依据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屈臣氏武汉「92% 原液含量」实测 0.414%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22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特殊化妆品须注册，禁未注册即宣称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南京某店身体乳标「美白淡斑」罚 2000 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37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禁止明示 / 暗示医疗作用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英德「止脱育发」套盒罚没 1.14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第 9 / 17 / 28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禁绝对化用语、非医疗涉疾病、虚假广告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广告费 3~5 倍，最高 200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仿冒功效宣称典型罚则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反不正当竞争法 第 8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虚假或引人误解的商业宣传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万；严重 100~200 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虚假宣传最高档判例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212080"/>
            <a:ext cx="5486400" cy="13716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82296" cy="13716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285232"/>
            <a:ext cx="517550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6 段真实种草文案：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命中违禁宣称 / 4 需核对特妆注册证 / 1 干净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真实内容不是一片假，这组数字恰好证明我们「不乱报」。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212080"/>
            <a:ext cx="5532120" cy="13716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212080"/>
            <a:ext cx="82296" cy="13716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285232"/>
            <a:ext cx="522122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每条法条都附 gov.cn 原文链接 + 真实处罚案例，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法务可直接拿去用，不必二次检索。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本域微调：把「不准」变成「准」，并如实归档失败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团队维度 · RESILIENCE / JUDGMENT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3711549"/>
                <a:gridCol w="4498848"/>
                <a:gridCol w="2249424"/>
              </a:tblGrid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 / 召回结果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即梦 20 张 AI + 15 张真实图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+74 张真实精修图 + 类别权重 + GaussianBlur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 → 1.4%（未训集 61% → 5.6%）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+ai_cross 26 张非即梦 AI 图，单独 held-out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跨生成器召回 25% → 100%，val_acc 0.963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+beauty_aug 域增强 + 伪标注真实图（self-training）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6/6 零退化；真图.zip 34 张误报 5.9%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生产模型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24 张新人标真实图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误报一个没修好，跨生成器 66.7% → 58.3%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20 张滤镜自拍真实图（heldout 10）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滤镜误报 2/10 → 1/10，但跨生成器 66.7% → 33.3%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623560"/>
            <a:ext cx="5486400" cy="1005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623560"/>
            <a:ext cx="82296" cy="10058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696712"/>
            <a:ext cx="517550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结论：单靠扩真实图换不来鲁棒，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还会牺牲跨生成器泛化。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所以生产模型保持 v4，改为用频域做兜底。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623560"/>
            <a:ext cx="5532120" cy="1005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623560"/>
            <a:ext cx="82296" cy="10058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696712"/>
            <a:ext cx="522122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纪律：不满足晋升口径就不晋升。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v5 / v7 的负面结果写进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results/v7_eval.json 与模型迭代实验记录。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模型盲区 → 标识层救回：系统不必有盲区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 + 技术创新（第九件工具 ai_label）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2125"/>
                <a:gridCol w="7085685"/>
                <a:gridCol w="2699308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发生了什么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模型层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 张全新风格零样本，模型只抓到 9 张；3 张直接输出 0.0 —— 判成「相机实拍」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/ 12 = 75%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图上自证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张漏检图右下角都带平台自动打的「AI生成」标识，OCR 抄写置信度 0.95 ~ 0.995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/ 3 命中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系统层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端到端重跑：inconclusive → high_risk，理由写进报告（标识文字 + 坐标 + 置信度）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 / 12 = 100%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43400"/>
            <a:ext cx="5486400" cy="105156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343400"/>
            <a:ext cx="82296" cy="105156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6552"/>
            <a:ext cx="517550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为什么能单独定 high_risk：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它不是「某个分数偏高」，而是图上自证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相机直出的真实照片不会有这种字样。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343400"/>
            <a:ext cx="5532120" cy="10515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343400"/>
            <a:ext cx="82296" cy="1051560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416552"/>
            <a:ext cx="522122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边际成本 1.7 秒：复用 ocr_tool 已落盘的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文本行做二次分析，不重跑 PaddleOCR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这是「工具编排有价值」的具体例子。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5778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诚实边界：标识可被伪造/贴图；洗掉标识再发布的 AI 图本工具发现不了 —— 标识层是补偿，不是替代，那类图仍靠 AIGC + 频域 + TruFor。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评测协议：新图只做 held-out、绝不进训练；跑前 pin 住 v4 并断言解析目录名；未跑/缺图记 missing_files 不进分母（results/ai_label_rescue.json）。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我们主动声明的边界 —— 不回避短板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把短板写进报告，才是可信度来源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跨生成器泛化未彻底解决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v4 在已知风格 held-out 上召回 100%，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 12 张全新风格直出图只有 75%。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对策：频域做生成器无关兜底 +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第九件工具读可见 AI 标识（救回 3/3），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仍漏的默认转人工复核。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评论区 / 溯源是自建合成集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6/6、5/5 只证明「两种设定的模式能分开」，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真实标注集仍缺失 ——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这是本轮最大的已知缺口。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28800"/>
            <a:ext cx="365760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MJ / SD / Flux 样本太少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目前只有 4 张训练 + 1 张冻结，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跨生成器结论仍有样本量限制。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另外：频域取向分刻意不叫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「概率」，避免与模型概率混淆。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分数不是法律结论；高风险一律进人工复核队列；封号 / 下架这类不可逆动作系统绝不自动执行（ACTION_PLAYBOOK 只给建议）。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训练 / 评测数据 100% 团队自产（即梦 / ImageGen 自产 AI 图 + 团队实拍 + 现场合成），未用 GenImage / COCO / ImageNet 作训练集；ImageNet 仅作骨干初始化权重，并在模型 config.json 中披露。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冻结池评测按 seed 对半切（CAL 拟合 / TEST 只评测），调用前一律 pin 到 v4 并断言解析目录名，防止静默回退旧模型却输出「看起来通过」的假结果（9/26 踩过）。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真实世界口径用 2026-09-26 那批真图.zip 34 张的实测（v4 误报 5.9%），不再引用早期的 66%。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商业价值：五个数字 + 推导链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口径与出处：docs/商业数字调研_2026-10-02.md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356"/>
                <a:gridCol w="3036722"/>
                <a:gridCol w="2136952"/>
                <a:gridCol w="3149193"/>
                <a:gridCol w="23618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采用值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口径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市场规模（全渠道交易额）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11042.45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 全年·线上+线下+直播+免税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营销盘子（内容投放总量）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5521 亿元/年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交易额 × 营销费用率中位 50%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费用率为确证-第三方（上市公司 2025 年报）；营销盘子为估算（用到行业平均费率，协会仅公布变化率未给绝对值）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 / 违规造成直接损失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0.4 - 6（中位 2）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行政罚没 + 民事退一赔三，中位 2 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估算（底层为官方行政数据，比例系数为估算）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单案风险敞口（法定罚款）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5000 元 – 200 万元（单案），典型区间 20 万-100 万元；情节严重 100 万-200 万元 + 可吊销营业执照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55 条原文 + 实测杭州讯犹 17.55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确证-官方（法律法规原文 + 政府/司法网站）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TAM / SAM / SOM（3 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 / 1.5 / 0.8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双路径交叉校验，取区间不取单点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估算（两条独立路径交叉验证；唯一'拍脑袋'系数是 0.1%-0.3%，已给出反推与成本法双重校验）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5486400" cy="19202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617720"/>
            <a:ext cx="82296" cy="19202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517550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定价与 ROI（评委最会问的两句）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企业版 20万-100万元/年（中位 40 万元） / 年（起步包含 5 万张 + 证据链报告）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API ¥0.03–0.08 / 张（低于 AI or Not 折算价）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ROI：一次 17.55 万罚单 ≈ 2–5 年年费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617720"/>
            <a:ext cx="5532120" cy="19202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617720"/>
            <a:ext cx="82296" cy="19202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690872"/>
            <a:ext cx="522122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溢价从哪来（不是检测本身）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生成器无关的 TruFor 主干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中文美妆功效宣称合规语义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品牌原图库 hash 确权 + C2PA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 三点竞品全不具备，这是 B 端愿付费的原因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诚实边界：第 2/3/5 项是估算（已给推导链与敏感性）；第 1/4 项为官方一手口径。评委问「哪个数是你编的」，我们答得出来。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落地路径与合规自证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从 Demo 到可部署交付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短期（0–6 月）：品牌内审插件 / 私有化 API —— Web 取证台 + Flask API 已就绪，纯 CPU 可跑。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中期（6–18 月）：平台美妆内容审核接入；补齐真实评论标注集 + MJ/SD/Flux 原生图各 10 张。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长期（18–36 月）：推动美妆内容「可信凭证」，对齐 C2PA / 内容溯源标准，成为行业信任基础设施。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公益侧：向市场监管 / 消协 / 反诈中心免费开放 API，作为违法广告抽查的线索初筛（见公益叙事）。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8288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751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原创性红线（资格前提）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957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仓库 public + Apache-2.0 LICENSE + NOTICE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声明 TruFor(CVPR2023) / PyTorch / timm /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PaddleOCR / Qwen3-VL 归属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训练数据约 135 张全部自产，零第三方数据集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代码来源有 docs/代码来源声明.md 逐条交代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8862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38862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40325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可验证性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44531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139 项 pytest 全过（本轮新增 25 项标识层回归）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 份评测 JSON 全部落盘可复现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评测脚本启动即 pin 模型 + 断言目录名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标定协议：冻结池 seed 对半切，CAL 拟合 / TEST 只评测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L'Oréal 官方 5+5 评审准则（真实自评）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本项目所有数字均可复现；扣分点不粉饰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37360"/>
          <a:ext cx="11384278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5327"/>
                <a:gridCol w="4098340"/>
                <a:gridCol w="1024585"/>
                <a:gridCol w="4326026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对应我们的落地件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扣分理由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美妆垂域首个多模态取证台 + 三轴互补 + 双检测器级联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垂域首发成立；但频域特征非自创，扣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 + 自产数据 + 冻结池评测协议可持续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未做 GitHub Release，扣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保护辨别力最弱的消费者；公益侧免费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缺真人用户访谈与可用性测试记录，扣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200、三形态交付已上线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三形态具备；跨生成器模型层 75%（标识层补 3/3）、真实标注集缺失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明显扣分点，不粉饰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消融表定架构、级联阈值、KEEP_V4 晋升纪律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阈值来源是自研冻结池，外部口径待补，扣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66%→1.4%；主动归档 v5/v7 负面结果；推送通道绕通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生态合作尚无实质进展，扣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零基础 owner 主导完整系统；角色互补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缺团队协作的具体过程证据（会议 / 分工留痕）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 CV/ML/Agent 零基础到完整取证系统，快速试错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（10 维计入，满分 50）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≈41/50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主要失分在 SCALABLE 与 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172200"/>
            <a:ext cx="113385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 / 可解释 / Agent / 数据集闭环」四项全中，这是初赛硬门槛；5+5 是 L'Oréal 评委最终打分口径，答辩须双轨覆盖。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本自评故意压低 SCALABLE 与 EMPATHY —— 评委最反感的是「自评 47 分最后拿不到」，其次是「说了自己没有的」。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团队：从零基础到完整系统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AGILITY：owner 为准大一、自述零技术背景，从 CV / ML / Agent 零基础主导整套取证系统，含模型训练、评测协议、答辩叙事全流程。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RESILIENCE：真实误报 66% 的危机没有硬撑，直接重训；SSH 推送通道被代理劫持后改 HTTPS + credential-helper 绕通；TruFor 许可证灰区主动补 LICENSE / 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是「复杂局面下怎么查」的工程化判断，每条跳过都留人话理由；v5 / v7 不满足晋升口径就不晋升，负面结果如实归档。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EMPATHY（当前最弱）：owner 定业务与叙事方向，AI 工程执行，队友 liying856 协助；缺的是「团队协作过程留痕」与真人用户验证 —— 本轮已补的部分是逐字稿、任务卡与分工文档（docs/ 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097280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53212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605272"/>
            <a:ext cx="106619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我们不讳言起点低 —— 但 8 周把「看不懂」变成了「能拿去答辩」，并且把每一次翻车都写进了可复现的记录里。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仍需补齐的清单（按对获奖的影响排序）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诚实列出，并说明补齐后能换多少分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2240"/>
                <a:gridCol w="3036722"/>
                <a:gridCol w="2924251"/>
                <a:gridCol w="4273905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优先级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补齐后影响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演示视频重录（2 分 20 秒）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现版本是灰带之前的旧稿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演示材料是初赛三交付物之一，直接影响观感分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PPT 同步本轮新增内容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本轮已完成（本文档）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真实评论标注集（≥50 条）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6 组合成案例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直接补 SCALABLE 的短板，是最大失分项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MJ / SD / Flux 原生图各 10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目前 4 + 1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补跨生成器泛化结论的样本量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品牌方侧真实预算 / 审一条内容耗时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只用了公开调研区间值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商业数字从「估算」升到「可用」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 9MB 数据文件（pptx）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需账号登录下载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官方要求并进方案，可能有隐藏评分点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—— 美妆内容信任守护师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三条独立证据轴 · 双检测器级联 94.7% / 自动下架误伤 0 · 139 项测试 · 全开源可复现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83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在线 Demo：https://beautyproof-demo.app.workbuddy.host/   ·   仓库：github.com/566614/loreal-hackathon-beautyproof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